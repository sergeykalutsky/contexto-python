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Логика игры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архитектура кода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10972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OOP, ranking  ·  90 минут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RU  ·  Часть 2 из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Повторение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уже умеем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обзор Урока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 — это вектор из 300 чисел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Косинусное сходство показывает «близость» смысла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 — готовая модель с русскими словами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Нормализация: strip, lower, «ё»→«е», regex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соберём из этих кирпичей саму игру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План урока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на сегодня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7EE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737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устроены модули проекта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7EE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30428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ООП: GuessResult и ContextoGame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7EE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8712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считается место слова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7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343814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и ускорение запусков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7EE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40050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Мини-Contexto в консоли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Архитектура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код поделён на файлы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проект проще читать, если он разбит на модули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файл отвечает за одну задачу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менять одну часть, не ломая другие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найти, где что лежит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работают все настоящие проекты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Вспомним папку src/contexto_ru/ — в ней несколько файлов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Архитектура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Дерево проекта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0F153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contexto_ru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пути и настройки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normalization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чистка слова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модель и cosine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логика игры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окно tkinter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точка входа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targets, vocab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.vec.gz и кэш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.py файл — отдельный модуль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Архитектура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config.py: все пути в одном месте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AppConfig собирает настройки, чтобы их было удобно менять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AppConfig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__file__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base_dir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fasttext_model_path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"models"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"cc.ru.300.vec.gz"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embedding_cache_path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"models"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"ru_vocab_cache.pkl"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max_vocabulary_words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Поменял путь один раз — сразу везде по-новому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ООП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Зачем нужен класс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— это шаблон для объектов со своими данными и методами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E7EE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класса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1945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0F153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[...]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{...}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куча переменных,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легко перепутать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классом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21945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0F153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331720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_vectors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_vectors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функции теперь живут вместе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ООП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__init__ и self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запускается, когда создаём объект; self — это сам объект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запоминаем в объекте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bark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"{self.name} говорит: Гав!"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"Рекс"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здесь вызывается __init__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bark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algn="l" indent="0" marL="0">
              <a:buNone/>
            </a:pPr>
            <a:r>
              <a:rPr lang="en-US" sz="13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Рекс говорит: Гав!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всегда первым параметром в методах класса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ООП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 GuessResult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результат одной попытки игрока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GuessResult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"Результат одной попытки угадать слово."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original_guess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normalized_guess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is_exact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original_guess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original_guess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normalized_guess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normalized_guess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buNone/>
            </a:pPr>
            <a:r>
              <a:rPr lang="en-US" sz="12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0..1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pPr algn="l" indent="0" marL="0">
              <a:buNone/>
            </a:pPr>
            <a:r>
              <a:rPr lang="en-US" sz="12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место по близости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is_exact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is_exact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algn="l" indent="0" marL="0">
              <a:buNone/>
            </a:pPr>
            <a:r>
              <a:rPr lang="en-US" sz="12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угадал точно?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= маленькая коробочка с пятью подписанными ячейками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ООП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использовать GuessResult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Вернули объект — читаем его поля через точку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"кошка"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normalized_guess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4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'кошка'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algn="l" indent="0" marL="0">
              <a:buNone/>
            </a:pPr>
            <a:r>
              <a:rPr lang="en-US" sz="14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42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4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0.78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is_exact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4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4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"Угадал!"</a:t>
            </a:r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удобнее кортежа — у полей есть имена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Логика игры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 ContextoGame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мозг игры — хранит словарь, загаданное слово и ранги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 векторами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доступные слова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выбираем загадку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самое слово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_ranking_cache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для каждого слова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Логика игры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__init__ игры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Проверки, кэши, выбор загадки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ContextoGame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"Словарь пуст."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_ranking_cache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_prepare_round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Ранжирование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считаются ранги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 загадку со всеми словами словаря и сортируем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вектор загаданного слова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слова словаря считаем cosine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Сортируем по убыванию близости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в списке — это и есть ранг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1 = самое близкое слово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Ранжирование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 _prepare_round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расчёт — делаем его один раз в начале раунда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_prepare_round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target_vector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_get_vector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cosine_similarity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target_vector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_get_vector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2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Ранжирование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Словарь рангов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Превращаем отсортированный список в {слово: (ранг, близость)}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после scored.sort(...) scored выглядит так: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[("кот", 0.92), ("пёс", 0.81), ("дом", 0.44), ...]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_ranking_cache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теперь можно за O(1) узнать ранг любого слова: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_ranking_cache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"дом"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даёт и индекс, и элемент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Логика игры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 guess()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 ввод игрока и возвращает GuessResult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raw_guess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normalize_word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raw_guess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"Введите слово."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_ranking_cache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"Слова нет в словаре."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_ranking_cache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GuessResult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original_guess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raw_guess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normalized_guess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is_exact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target_word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Оптимизация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Два кэша в игре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Считать одно и то же дважды — пустая трата времени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E7EE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_vector_cache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не доставать вектор слова заново при каждом сравнении.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{"кот": [0.01, 0.44, ...]}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E7EE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_ranking_cache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Заранее вычисленные ранги всех слов для текущей загадки.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{"кот": (1, 0.92), ...}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Оптимизация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pickle — сохраняем словарь на диск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не строить словарь каждый запуск по 3 минуты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сохранить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"cache.pkl"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"wb"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"words"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"vectors"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загрузить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"cache.pkl"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"rb"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"words"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2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"vectors"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умеет сохранять любые Python-объекты в файл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Оптимизация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Первый запуск vs. повторный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7EE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запуск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.vec.gz  →  парсим 2M строк  →  отбираем 50K слов  →  сохраняем cache.pkl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запуски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cache.pkl  →  pickle.load()  →  готово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минут — секунды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Точка входа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main.py связывает всё вместе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Скачивает модель, строит словарь, запускает игру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AppConfig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ensure_model_exists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FastTextEmbeddings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from_model_cache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fasttext_model_path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embedding_cache_path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max_words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max_vocabulary_words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ContextoGame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200" i="1" dirty="0">
                <a:solidFill>
                  <a:srgbClr val="7A8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дальше — запуск интерфейса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Мини-Contexto в консоли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Соберём игру из ~50 строк без tkinter и без fastText: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возьмём маленький вручную-заданный словарь векторов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минут  ·  парами или в одиночку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Практика · шаг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1. Маленький словарь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Создайте файл mini_contexto.py с тремя векторами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"кот"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"собака"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:[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"дом"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"окно"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"молоко"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:[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Настоящие векторы в 300 раз длиннее, но идея та же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Практика · шаг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2. Функция сходства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знакомо с Урока 1 — повторяем и используем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len_a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len_b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len_a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len_b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len_a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len_b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Практика · шаг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3. Считаем ранги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Выбираем загадку, сортируем все слова по близости к ней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target_vec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target_vec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ranks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Загаданное слово получит ранг 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Практика · шаг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4. Игровой цикл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 слово, печатаем ранг, повторяем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 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"ё"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"е"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"нет такого слова"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"Угадал!"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algn="l" indent="0" marL="0">
              <a:buNone/>
            </a:pPr>
            <a:r>
              <a:rPr lang="en-US" sz="1300" dirty="0">
                <a:solidFill>
                  <a:srgbClr val="F9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"ранг: {rank}"</a:t>
            </a:r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Практика · запуск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Пример запуска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Загадано слово "дом"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0F1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кот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ранг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молоко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ранг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собака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ранг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окно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ранг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C7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дом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500" dirty="0">
                <a:solidFill>
                  <a:srgbClr val="E6E9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Угадал</a:t>
            </a:r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далеко, потом ближе, ближе... и ответ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Практика · улучшения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Задания для улучшения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Считать количество попыток и показывать в конце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2402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 top-3 самых близких слов после 10 попыток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743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20 своих слов с «векторами на глаз»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2461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:restart и :give_up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7EE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7490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normalize_word из проекта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Итоги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прошли за два урока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7EE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 — это вектор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7EEF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920240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246120" y="2816352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Близость через cosine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7EEFF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920240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035040" y="2816352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Ранги и игровой цикл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Собрали настоящую игру на Python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Научились структурировать код по модулям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Разобрались с классами, self и __init__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Поняли, зачем нужен кэш и pickle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 ·  Дальше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36576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320040"/>
            <a:ext cx="73152" cy="48188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Куда копать дальше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7EE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737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настоящий Contexto на своём компьютере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7EE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30428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target и посмотреть ранги разных слов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7EE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Чуть сложнее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8712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лемматизацию (pymorphy3)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7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343814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Прочитать про word2vec и GloVe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E7EE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проект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40050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похожую игру для английского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Спасибо!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4023360" y="2651760"/>
            <a:ext cx="10972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прошли оба урока Contexto RU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слова как числа   ●  cosine similarity   ●  классы и логика игры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9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вы умеете смотреть в настоящий ML-проект и не пугаться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2026-04-18T09:21:49Z</dcterms:created>
  <dcterms:modified xsi:type="dcterms:W3CDTF">2026-04-18T09:21:49Z</dcterms:modified>
</cp:coreProperties>
</file>